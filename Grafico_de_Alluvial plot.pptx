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D7839-5D93-4C6D-99DC-9A43723C1A4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FD3A98-9B1C-4712-A978-8A46A7A0FBE4}">
      <dgm:prSet/>
      <dgm:spPr/>
      <dgm:t>
        <a:bodyPr/>
        <a:lstStyle/>
        <a:p>
          <a:r>
            <a:rPr lang="es-ES" dirty="0"/>
            <a:t>Para mostrar cómo se distribuyen los elementos entre categorías a lo largo de diferentes etapas.</a:t>
          </a:r>
          <a:endParaRPr lang="en-US" dirty="0"/>
        </a:p>
      </dgm:t>
    </dgm:pt>
    <dgm:pt modelId="{68C3255F-1402-4F34-8EB2-BDAE04B01510}" type="parTrans" cxnId="{C979C245-DA8F-43CA-9D24-2D4BE2EDF193}">
      <dgm:prSet/>
      <dgm:spPr/>
      <dgm:t>
        <a:bodyPr/>
        <a:lstStyle/>
        <a:p>
          <a:endParaRPr lang="es-ES"/>
        </a:p>
      </dgm:t>
    </dgm:pt>
    <dgm:pt modelId="{6AE91095-C04D-4F93-8864-8D9EBBF96D50}" type="sibTrans" cxnId="{C979C245-DA8F-43CA-9D24-2D4BE2EDF193}">
      <dgm:prSet/>
      <dgm:spPr/>
      <dgm:t>
        <a:bodyPr/>
        <a:lstStyle/>
        <a:p>
          <a:endParaRPr lang="es-ES"/>
        </a:p>
      </dgm:t>
    </dgm:pt>
    <dgm:pt modelId="{458ED6B3-8D1E-4431-B436-28ED528EF710}">
      <dgm:prSet/>
      <dgm:spPr/>
      <dgm:t>
        <a:bodyPr/>
        <a:lstStyle/>
        <a:p>
          <a:r>
            <a:rPr lang="es-ES" dirty="0"/>
            <a:t>Para visualizar cambios, transiciones o movimientos entre grupos de forma clara.</a:t>
          </a:r>
          <a:endParaRPr lang="en-US" dirty="0"/>
        </a:p>
      </dgm:t>
    </dgm:pt>
    <dgm:pt modelId="{DD6F868D-FDAD-42E4-93D0-DE977A6C2247}" type="parTrans" cxnId="{AD654C5C-11D6-4BE6-A853-4C0975860381}">
      <dgm:prSet/>
      <dgm:spPr/>
      <dgm:t>
        <a:bodyPr/>
        <a:lstStyle/>
        <a:p>
          <a:endParaRPr lang="es-ES"/>
        </a:p>
      </dgm:t>
    </dgm:pt>
    <dgm:pt modelId="{9D7CE811-471E-4D69-A4E7-0A9D7082CDF2}" type="sibTrans" cxnId="{AD654C5C-11D6-4BE6-A853-4C0975860381}">
      <dgm:prSet/>
      <dgm:spPr/>
      <dgm:t>
        <a:bodyPr/>
        <a:lstStyle/>
        <a:p>
          <a:endParaRPr lang="es-ES"/>
        </a:p>
      </dgm:t>
    </dgm:pt>
    <dgm:pt modelId="{8EE6856D-7FF5-4AB8-A05B-E21AA5F488B7}">
      <dgm:prSet/>
      <dgm:spPr/>
      <dgm:t>
        <a:bodyPr/>
        <a:lstStyle/>
        <a:p>
          <a:r>
            <a:rPr lang="es-ES" dirty="0"/>
            <a:t>Para comparar cómo varía la composición de una población o conjunto en distintos momentos.</a:t>
          </a:r>
          <a:endParaRPr lang="en-US" dirty="0"/>
        </a:p>
      </dgm:t>
    </dgm:pt>
    <dgm:pt modelId="{94DFB8D3-A244-4CE8-9020-45681CA51A4C}" type="parTrans" cxnId="{7B37FE0E-D5E1-486B-89E0-4A501C9A1F80}">
      <dgm:prSet/>
      <dgm:spPr/>
      <dgm:t>
        <a:bodyPr/>
        <a:lstStyle/>
        <a:p>
          <a:endParaRPr lang="es-ES"/>
        </a:p>
      </dgm:t>
    </dgm:pt>
    <dgm:pt modelId="{7145A1D4-F528-4410-8D9E-5A0983268560}" type="sibTrans" cxnId="{7B37FE0E-D5E1-486B-89E0-4A501C9A1F80}">
      <dgm:prSet/>
      <dgm:spPr/>
      <dgm:t>
        <a:bodyPr/>
        <a:lstStyle/>
        <a:p>
          <a:endParaRPr lang="es-ES"/>
        </a:p>
      </dgm:t>
    </dgm:pt>
    <dgm:pt modelId="{790F2E9A-1DB2-4F98-9F7D-F52314D73B0F}">
      <dgm:prSet/>
      <dgm:spPr/>
      <dgm:t>
        <a:bodyPr/>
        <a:lstStyle/>
        <a:p>
          <a:r>
            <a:rPr lang="es-ES" dirty="0"/>
            <a:t>Muy útil en informes, </a:t>
          </a:r>
          <a:r>
            <a:rPr lang="es-ES" dirty="0" err="1"/>
            <a:t>dashboards</a:t>
          </a:r>
          <a:r>
            <a:rPr lang="es-ES" dirty="0"/>
            <a:t> y presentaciones donde se necesita explicar procesos, evolución o flujos de datos.</a:t>
          </a:r>
          <a:endParaRPr lang="en-US" dirty="0"/>
        </a:p>
      </dgm:t>
    </dgm:pt>
    <dgm:pt modelId="{CDD675D8-8336-4B3A-B440-DE8F1D876A02}" type="parTrans" cxnId="{662FD8E8-B523-42E8-A7CC-F751B5465540}">
      <dgm:prSet/>
      <dgm:spPr/>
      <dgm:t>
        <a:bodyPr/>
        <a:lstStyle/>
        <a:p>
          <a:endParaRPr lang="es-ES"/>
        </a:p>
      </dgm:t>
    </dgm:pt>
    <dgm:pt modelId="{4115AC80-10BD-4BF2-A0D9-2EB4CCC955E8}" type="sibTrans" cxnId="{662FD8E8-B523-42E8-A7CC-F751B5465540}">
      <dgm:prSet/>
      <dgm:spPr/>
      <dgm:t>
        <a:bodyPr/>
        <a:lstStyle/>
        <a:p>
          <a:endParaRPr lang="es-ES"/>
        </a:p>
      </dgm:t>
    </dgm:pt>
    <dgm:pt modelId="{98D124C5-B3AF-42E4-B130-DA033C521616}" type="pres">
      <dgm:prSet presAssocID="{B5DD7839-5D93-4C6D-99DC-9A43723C1A43}" presName="linear" presStyleCnt="0">
        <dgm:presLayoutVars>
          <dgm:animLvl val="lvl"/>
          <dgm:resizeHandles val="exact"/>
        </dgm:presLayoutVars>
      </dgm:prSet>
      <dgm:spPr/>
    </dgm:pt>
    <dgm:pt modelId="{EFF86D0E-E769-4A56-9AFC-E9E518988C5A}" type="pres">
      <dgm:prSet presAssocID="{ACFD3A98-9B1C-4712-A978-8A46A7A0FB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58648A-49AB-434A-B288-C6C2920B093D}" type="pres">
      <dgm:prSet presAssocID="{6AE91095-C04D-4F93-8864-8D9EBBF96D50}" presName="spacer" presStyleCnt="0"/>
      <dgm:spPr/>
    </dgm:pt>
    <dgm:pt modelId="{1929D940-5B9A-493A-BBD8-93A4658F1752}" type="pres">
      <dgm:prSet presAssocID="{458ED6B3-8D1E-4431-B436-28ED528EF71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06C202-63EE-44AA-A28A-7414D9083D08}" type="pres">
      <dgm:prSet presAssocID="{9D7CE811-471E-4D69-A4E7-0A9D7082CDF2}" presName="spacer" presStyleCnt="0"/>
      <dgm:spPr/>
    </dgm:pt>
    <dgm:pt modelId="{54267B87-44FC-4B3E-87F6-E810B60A243E}" type="pres">
      <dgm:prSet presAssocID="{8EE6856D-7FF5-4AB8-A05B-E21AA5F488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BEC54A-EAA7-4E19-B8F6-0C340408BC2D}" type="pres">
      <dgm:prSet presAssocID="{7145A1D4-F528-4410-8D9E-5A0983268560}" presName="spacer" presStyleCnt="0"/>
      <dgm:spPr/>
    </dgm:pt>
    <dgm:pt modelId="{60F19A2D-5554-4D0C-8176-A375E036D979}" type="pres">
      <dgm:prSet presAssocID="{790F2E9A-1DB2-4F98-9F7D-F52314D73B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37FE0E-D5E1-486B-89E0-4A501C9A1F80}" srcId="{B5DD7839-5D93-4C6D-99DC-9A43723C1A43}" destId="{8EE6856D-7FF5-4AB8-A05B-E21AA5F488B7}" srcOrd="2" destOrd="0" parTransId="{94DFB8D3-A244-4CE8-9020-45681CA51A4C}" sibTransId="{7145A1D4-F528-4410-8D9E-5A0983268560}"/>
    <dgm:cxn modelId="{6EF21E31-C073-4898-BC40-BD16CBC7B286}" type="presOf" srcId="{8EE6856D-7FF5-4AB8-A05B-E21AA5F488B7}" destId="{54267B87-44FC-4B3E-87F6-E810B60A243E}" srcOrd="0" destOrd="0" presId="urn:microsoft.com/office/officeart/2005/8/layout/vList2"/>
    <dgm:cxn modelId="{AD654C5C-11D6-4BE6-A853-4C0975860381}" srcId="{B5DD7839-5D93-4C6D-99DC-9A43723C1A43}" destId="{458ED6B3-8D1E-4431-B436-28ED528EF710}" srcOrd="1" destOrd="0" parTransId="{DD6F868D-FDAD-42E4-93D0-DE977A6C2247}" sibTransId="{9D7CE811-471E-4D69-A4E7-0A9D7082CDF2}"/>
    <dgm:cxn modelId="{05588045-1EE2-47FB-B13B-A8FD0F89544E}" type="presOf" srcId="{B5DD7839-5D93-4C6D-99DC-9A43723C1A43}" destId="{98D124C5-B3AF-42E4-B130-DA033C521616}" srcOrd="0" destOrd="0" presId="urn:microsoft.com/office/officeart/2005/8/layout/vList2"/>
    <dgm:cxn modelId="{C979C245-DA8F-43CA-9D24-2D4BE2EDF193}" srcId="{B5DD7839-5D93-4C6D-99DC-9A43723C1A43}" destId="{ACFD3A98-9B1C-4712-A978-8A46A7A0FBE4}" srcOrd="0" destOrd="0" parTransId="{68C3255F-1402-4F34-8EB2-BDAE04B01510}" sibTransId="{6AE91095-C04D-4F93-8864-8D9EBBF96D50}"/>
    <dgm:cxn modelId="{99EDEC45-C258-4F7B-9A18-E4335FBA297A}" type="presOf" srcId="{458ED6B3-8D1E-4431-B436-28ED528EF710}" destId="{1929D940-5B9A-493A-BBD8-93A4658F1752}" srcOrd="0" destOrd="0" presId="urn:microsoft.com/office/officeart/2005/8/layout/vList2"/>
    <dgm:cxn modelId="{F2EAA887-15A0-448B-9E1C-71487E7D680A}" type="presOf" srcId="{790F2E9A-1DB2-4F98-9F7D-F52314D73B0F}" destId="{60F19A2D-5554-4D0C-8176-A375E036D979}" srcOrd="0" destOrd="0" presId="urn:microsoft.com/office/officeart/2005/8/layout/vList2"/>
    <dgm:cxn modelId="{662FD8E8-B523-42E8-A7CC-F751B5465540}" srcId="{B5DD7839-5D93-4C6D-99DC-9A43723C1A43}" destId="{790F2E9A-1DB2-4F98-9F7D-F52314D73B0F}" srcOrd="3" destOrd="0" parTransId="{CDD675D8-8336-4B3A-B440-DE8F1D876A02}" sibTransId="{4115AC80-10BD-4BF2-A0D9-2EB4CCC955E8}"/>
    <dgm:cxn modelId="{692A88FA-1028-4498-9006-552F9E8742F9}" type="presOf" srcId="{ACFD3A98-9B1C-4712-A978-8A46A7A0FBE4}" destId="{EFF86D0E-E769-4A56-9AFC-E9E518988C5A}" srcOrd="0" destOrd="0" presId="urn:microsoft.com/office/officeart/2005/8/layout/vList2"/>
    <dgm:cxn modelId="{8F6818E7-BB63-4B99-B792-7586C3C2E91C}" type="presParOf" srcId="{98D124C5-B3AF-42E4-B130-DA033C521616}" destId="{EFF86D0E-E769-4A56-9AFC-E9E518988C5A}" srcOrd="0" destOrd="0" presId="urn:microsoft.com/office/officeart/2005/8/layout/vList2"/>
    <dgm:cxn modelId="{23B10DEE-1B8A-485C-86C3-BF130004C3A5}" type="presParOf" srcId="{98D124C5-B3AF-42E4-B130-DA033C521616}" destId="{1458648A-49AB-434A-B288-C6C2920B093D}" srcOrd="1" destOrd="0" presId="urn:microsoft.com/office/officeart/2005/8/layout/vList2"/>
    <dgm:cxn modelId="{ECF865F1-8B1D-4B0F-8DF8-FBDEB13911EE}" type="presParOf" srcId="{98D124C5-B3AF-42E4-B130-DA033C521616}" destId="{1929D940-5B9A-493A-BBD8-93A4658F1752}" srcOrd="2" destOrd="0" presId="urn:microsoft.com/office/officeart/2005/8/layout/vList2"/>
    <dgm:cxn modelId="{FF848604-0CA5-49F8-AC8A-B38825E21FEB}" type="presParOf" srcId="{98D124C5-B3AF-42E4-B130-DA033C521616}" destId="{7306C202-63EE-44AA-A28A-7414D9083D08}" srcOrd="3" destOrd="0" presId="urn:microsoft.com/office/officeart/2005/8/layout/vList2"/>
    <dgm:cxn modelId="{317A526F-88DB-4987-843A-D461E7E5B564}" type="presParOf" srcId="{98D124C5-B3AF-42E4-B130-DA033C521616}" destId="{54267B87-44FC-4B3E-87F6-E810B60A243E}" srcOrd="4" destOrd="0" presId="urn:microsoft.com/office/officeart/2005/8/layout/vList2"/>
    <dgm:cxn modelId="{12FC0CDB-87C2-4506-858B-D89585CC98BB}" type="presParOf" srcId="{98D124C5-B3AF-42E4-B130-DA033C521616}" destId="{04BEC54A-EAA7-4E19-B8F6-0C340408BC2D}" srcOrd="5" destOrd="0" presId="urn:microsoft.com/office/officeart/2005/8/layout/vList2"/>
    <dgm:cxn modelId="{0D2BEBCD-78BC-4FDA-AEBE-205A894E4D7B}" type="presParOf" srcId="{98D124C5-B3AF-42E4-B130-DA033C521616}" destId="{60F19A2D-5554-4D0C-8176-A375E036D9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208E2-DCC3-4ED7-8527-F483A19517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D70F88-D40E-4D57-B3C0-2795170023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Usa </a:t>
          </a:r>
          <a:r>
            <a:rPr lang="en-US" dirty="0" err="1"/>
            <a:t>pocos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y bien </a:t>
          </a:r>
          <a:r>
            <a:rPr lang="en-US" dirty="0" err="1"/>
            <a:t>contrastados</a:t>
          </a:r>
          <a:r>
            <a:rPr lang="en-US" dirty="0"/>
            <a:t>.</a:t>
          </a:r>
        </a:p>
      </dgm:t>
    </dgm:pt>
    <dgm:pt modelId="{C9C1D00E-A157-4F9A-9428-FD6DC4832209}" type="parTrans" cxnId="{C641297C-140B-4758-A6CF-1E52A8643458}">
      <dgm:prSet/>
      <dgm:spPr/>
      <dgm:t>
        <a:bodyPr/>
        <a:lstStyle/>
        <a:p>
          <a:endParaRPr lang="en-US"/>
        </a:p>
      </dgm:t>
    </dgm:pt>
    <dgm:pt modelId="{04B5D7A3-896F-48E5-A4BA-D1E51860A18B}" type="sibTrans" cxnId="{C641297C-140B-4758-A6CF-1E52A8643458}">
      <dgm:prSet/>
      <dgm:spPr/>
      <dgm:t>
        <a:bodyPr/>
        <a:lstStyle/>
        <a:p>
          <a:endParaRPr lang="en-US"/>
        </a:p>
      </dgm:t>
    </dgm:pt>
    <dgm:pt modelId="{9AB09FE9-8871-4011-8174-A508B470B3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Ordena las barras de forma </a:t>
          </a:r>
          <a:r>
            <a:rPr lang="en-US" dirty="0" err="1"/>
            <a:t>lógica</a:t>
          </a:r>
          <a:r>
            <a:rPr lang="en-US" dirty="0"/>
            <a:t> (</a:t>
          </a:r>
          <a:r>
            <a:rPr lang="en-US" dirty="0" err="1"/>
            <a:t>por</a:t>
          </a:r>
          <a:r>
            <a:rPr lang="en-US" dirty="0"/>
            <a:t> total o </a:t>
          </a:r>
          <a:r>
            <a:rPr lang="en-US" dirty="0" err="1"/>
            <a:t>alfabéticamente</a:t>
          </a:r>
          <a:r>
            <a:rPr lang="en-US" dirty="0"/>
            <a:t>).</a:t>
          </a:r>
        </a:p>
      </dgm:t>
    </dgm:pt>
    <dgm:pt modelId="{78447A4B-5C85-4176-9B5C-EA38812A5CF8}" type="parTrans" cxnId="{0EAC2CB6-D108-40EF-97F4-0DC515053C2B}">
      <dgm:prSet/>
      <dgm:spPr/>
      <dgm:t>
        <a:bodyPr/>
        <a:lstStyle/>
        <a:p>
          <a:endParaRPr lang="en-US"/>
        </a:p>
      </dgm:t>
    </dgm:pt>
    <dgm:pt modelId="{BE7639BD-E349-489D-94A8-D38CE49BC13C}" type="sibTrans" cxnId="{0EAC2CB6-D108-40EF-97F4-0DC515053C2B}">
      <dgm:prSet/>
      <dgm:spPr/>
      <dgm:t>
        <a:bodyPr/>
        <a:lstStyle/>
        <a:p>
          <a:endParaRPr lang="en-US"/>
        </a:p>
      </dgm:t>
    </dgm:pt>
    <dgm:pt modelId="{95D5BFA2-8B1C-4740-B988-CCFCC535DB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Mantén</a:t>
          </a:r>
          <a:r>
            <a:rPr lang="en-US" dirty="0"/>
            <a:t> </a:t>
          </a:r>
          <a:r>
            <a:rPr lang="en-US" dirty="0" err="1"/>
            <a:t>consistencia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de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subcategoría</a:t>
          </a:r>
          <a:r>
            <a:rPr lang="en-US" dirty="0"/>
            <a:t>.</a:t>
          </a:r>
        </a:p>
      </dgm:t>
    </dgm:pt>
    <dgm:pt modelId="{AFED4426-7987-40F0-86CA-1BC65D42B9C8}" type="parTrans" cxnId="{CCEA9CF5-36A3-4392-8752-2EE5FA2086E2}">
      <dgm:prSet/>
      <dgm:spPr/>
      <dgm:t>
        <a:bodyPr/>
        <a:lstStyle/>
        <a:p>
          <a:endParaRPr lang="en-US"/>
        </a:p>
      </dgm:t>
    </dgm:pt>
    <dgm:pt modelId="{4A1A68DC-F087-4F19-AA95-E4731CEFE57C}" type="sibTrans" cxnId="{CCEA9CF5-36A3-4392-8752-2EE5FA2086E2}">
      <dgm:prSet/>
      <dgm:spPr/>
      <dgm:t>
        <a:bodyPr/>
        <a:lstStyle/>
        <a:p>
          <a:endParaRPr lang="en-US"/>
        </a:p>
      </dgm:t>
    </dgm:pt>
    <dgm:pt modelId="{B398CABB-4E51-4F43-8A7C-566CB02CB6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Añade</a:t>
          </a:r>
          <a:r>
            <a:rPr lang="en-US" dirty="0"/>
            <a:t> </a:t>
          </a:r>
          <a:r>
            <a:rPr lang="en-US" dirty="0" err="1"/>
            <a:t>etiquetas</a:t>
          </a:r>
          <a:r>
            <a:rPr lang="en-US" dirty="0"/>
            <a:t> o </a:t>
          </a:r>
          <a:r>
            <a:rPr lang="en-US" dirty="0" err="1"/>
            <a:t>totales</a:t>
          </a:r>
          <a:r>
            <a:rPr lang="en-US" dirty="0"/>
            <a:t> </a:t>
          </a:r>
          <a:r>
            <a:rPr lang="en-US" dirty="0" err="1"/>
            <a:t>cuando</a:t>
          </a:r>
          <a:r>
            <a:rPr lang="en-US" dirty="0"/>
            <a:t> sea </a:t>
          </a:r>
          <a:r>
            <a:rPr lang="en-US" dirty="0" err="1"/>
            <a:t>relevante</a:t>
          </a:r>
          <a:r>
            <a:rPr lang="en-US" dirty="0"/>
            <a:t>.</a:t>
          </a:r>
        </a:p>
      </dgm:t>
    </dgm:pt>
    <dgm:pt modelId="{3E1D9153-1A7A-4C3E-9003-F9FAD6483824}" type="parTrans" cxnId="{13425521-C03C-4327-986D-48D97A52052B}">
      <dgm:prSet/>
      <dgm:spPr/>
      <dgm:t>
        <a:bodyPr/>
        <a:lstStyle/>
        <a:p>
          <a:endParaRPr lang="en-US"/>
        </a:p>
      </dgm:t>
    </dgm:pt>
    <dgm:pt modelId="{60119EE1-DF93-41F1-94DF-969FB817619F}" type="sibTrans" cxnId="{13425521-C03C-4327-986D-48D97A52052B}">
      <dgm:prSet/>
      <dgm:spPr/>
      <dgm:t>
        <a:bodyPr/>
        <a:lstStyle/>
        <a:p>
          <a:endParaRPr lang="en-US"/>
        </a:p>
      </dgm:t>
    </dgm:pt>
    <dgm:pt modelId="{C5FF2DA9-245D-4FF9-83C9-3432B5E12A77}" type="pres">
      <dgm:prSet presAssocID="{1DD208E2-DCC3-4ED7-8527-F483A195178B}" presName="root" presStyleCnt="0">
        <dgm:presLayoutVars>
          <dgm:dir/>
          <dgm:resizeHandles val="exact"/>
        </dgm:presLayoutVars>
      </dgm:prSet>
      <dgm:spPr/>
    </dgm:pt>
    <dgm:pt modelId="{05E169FC-DB2B-4E3E-AAEA-CFDB769E4172}" type="pres">
      <dgm:prSet presAssocID="{01D70F88-D40E-4D57-B3C0-2795170023F1}" presName="compNode" presStyleCnt="0"/>
      <dgm:spPr/>
    </dgm:pt>
    <dgm:pt modelId="{807657F2-EFC1-44D8-AC88-347A498A1CF0}" type="pres">
      <dgm:prSet presAssocID="{01D70F88-D40E-4D57-B3C0-2795170023F1}" presName="iconBgRect" presStyleLbl="bgShp" presStyleIdx="0" presStyleCnt="4"/>
      <dgm:spPr/>
    </dgm:pt>
    <dgm:pt modelId="{CF63D2A0-1A61-4EBE-A81E-50F7D98E9DC7}" type="pres">
      <dgm:prSet presAssocID="{01D70F88-D40E-4D57-B3C0-2795170023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DD540AF4-F5D4-40D6-A58E-30315794F96C}" type="pres">
      <dgm:prSet presAssocID="{01D70F88-D40E-4D57-B3C0-2795170023F1}" presName="spaceRect" presStyleCnt="0"/>
      <dgm:spPr/>
    </dgm:pt>
    <dgm:pt modelId="{85EEAE4F-594D-4B4E-9AE3-3ECBE7F48920}" type="pres">
      <dgm:prSet presAssocID="{01D70F88-D40E-4D57-B3C0-2795170023F1}" presName="textRect" presStyleLbl="revTx" presStyleIdx="0" presStyleCnt="4">
        <dgm:presLayoutVars>
          <dgm:chMax val="1"/>
          <dgm:chPref val="1"/>
        </dgm:presLayoutVars>
      </dgm:prSet>
      <dgm:spPr/>
    </dgm:pt>
    <dgm:pt modelId="{8C38E5CA-C2A4-4E6C-B5A2-930A149B1B7E}" type="pres">
      <dgm:prSet presAssocID="{04B5D7A3-896F-48E5-A4BA-D1E51860A18B}" presName="sibTrans" presStyleCnt="0"/>
      <dgm:spPr/>
    </dgm:pt>
    <dgm:pt modelId="{0D2F3A1F-F96F-41CA-9C74-2941FDF6043A}" type="pres">
      <dgm:prSet presAssocID="{9AB09FE9-8871-4011-8174-A508B470B328}" presName="compNode" presStyleCnt="0"/>
      <dgm:spPr/>
    </dgm:pt>
    <dgm:pt modelId="{9B29574F-9211-4BED-A964-B80F08388039}" type="pres">
      <dgm:prSet presAssocID="{9AB09FE9-8871-4011-8174-A508B470B328}" presName="iconBgRect" presStyleLbl="bgShp" presStyleIdx="1" presStyleCnt="4"/>
      <dgm:spPr/>
    </dgm:pt>
    <dgm:pt modelId="{B70AE346-B74C-464A-8CB3-B31E6C5741C0}" type="pres">
      <dgm:prSet presAssocID="{9AB09FE9-8871-4011-8174-A508B470B3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7979EE5A-CB29-4764-9A12-C8EDBB652A9E}" type="pres">
      <dgm:prSet presAssocID="{9AB09FE9-8871-4011-8174-A508B470B328}" presName="spaceRect" presStyleCnt="0"/>
      <dgm:spPr/>
    </dgm:pt>
    <dgm:pt modelId="{6E10BAA4-26A9-49E0-9B39-2B7A942C8822}" type="pres">
      <dgm:prSet presAssocID="{9AB09FE9-8871-4011-8174-A508B470B328}" presName="textRect" presStyleLbl="revTx" presStyleIdx="1" presStyleCnt="4">
        <dgm:presLayoutVars>
          <dgm:chMax val="1"/>
          <dgm:chPref val="1"/>
        </dgm:presLayoutVars>
      </dgm:prSet>
      <dgm:spPr/>
    </dgm:pt>
    <dgm:pt modelId="{43CC8A3A-3F44-48FF-8E41-A42A23FC971B}" type="pres">
      <dgm:prSet presAssocID="{BE7639BD-E349-489D-94A8-D38CE49BC13C}" presName="sibTrans" presStyleCnt="0"/>
      <dgm:spPr/>
    </dgm:pt>
    <dgm:pt modelId="{A1EDF185-BC28-4EA4-8721-6B2CAD73744F}" type="pres">
      <dgm:prSet presAssocID="{95D5BFA2-8B1C-4740-B988-CCFCC535DB4A}" presName="compNode" presStyleCnt="0"/>
      <dgm:spPr/>
    </dgm:pt>
    <dgm:pt modelId="{6760779C-0DB8-4CEA-9F9B-BF5BB7B59C3A}" type="pres">
      <dgm:prSet presAssocID="{95D5BFA2-8B1C-4740-B988-CCFCC535DB4A}" presName="iconBgRect" presStyleLbl="bgShp" presStyleIdx="2" presStyleCnt="4"/>
      <dgm:spPr/>
    </dgm:pt>
    <dgm:pt modelId="{BB418DE4-4713-4D24-AFDB-A09EE43467EA}" type="pres">
      <dgm:prSet presAssocID="{95D5BFA2-8B1C-4740-B988-CCFCC535DB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tura"/>
        </a:ext>
      </dgm:extLst>
    </dgm:pt>
    <dgm:pt modelId="{F91CE880-FA3F-423A-802C-1C4F42928FB6}" type="pres">
      <dgm:prSet presAssocID="{95D5BFA2-8B1C-4740-B988-CCFCC535DB4A}" presName="spaceRect" presStyleCnt="0"/>
      <dgm:spPr/>
    </dgm:pt>
    <dgm:pt modelId="{98E70558-762D-497A-BEF1-D06044C35015}" type="pres">
      <dgm:prSet presAssocID="{95D5BFA2-8B1C-4740-B988-CCFCC535DB4A}" presName="textRect" presStyleLbl="revTx" presStyleIdx="2" presStyleCnt="4">
        <dgm:presLayoutVars>
          <dgm:chMax val="1"/>
          <dgm:chPref val="1"/>
        </dgm:presLayoutVars>
      </dgm:prSet>
      <dgm:spPr/>
    </dgm:pt>
    <dgm:pt modelId="{68A63AE9-290B-44C3-8DA5-AB992D660AD0}" type="pres">
      <dgm:prSet presAssocID="{4A1A68DC-F087-4F19-AA95-E4731CEFE57C}" presName="sibTrans" presStyleCnt="0"/>
      <dgm:spPr/>
    </dgm:pt>
    <dgm:pt modelId="{F0FDAF41-1188-4DDF-90D1-0BF35E053A8B}" type="pres">
      <dgm:prSet presAssocID="{B398CABB-4E51-4F43-8A7C-566CB02CB6C7}" presName="compNode" presStyleCnt="0"/>
      <dgm:spPr/>
    </dgm:pt>
    <dgm:pt modelId="{AB847F8A-1A48-4763-94D7-5FAA1DD30120}" type="pres">
      <dgm:prSet presAssocID="{B398CABB-4E51-4F43-8A7C-566CB02CB6C7}" presName="iconBgRect" presStyleLbl="bgShp" presStyleIdx="3" presStyleCnt="4"/>
      <dgm:spPr/>
    </dgm:pt>
    <dgm:pt modelId="{788C6DFA-2797-4CB0-BDFD-2FC33E6109F4}" type="pres">
      <dgm:prSet presAssocID="{B398CABB-4E51-4F43-8A7C-566CB02CB6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995AA87-5AFB-4526-AB0A-B0A63CADCB56}" type="pres">
      <dgm:prSet presAssocID="{B398CABB-4E51-4F43-8A7C-566CB02CB6C7}" presName="spaceRect" presStyleCnt="0"/>
      <dgm:spPr/>
    </dgm:pt>
    <dgm:pt modelId="{3E9CD62D-09BD-4086-8836-7A19062AF15F}" type="pres">
      <dgm:prSet presAssocID="{B398CABB-4E51-4F43-8A7C-566CB02CB6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C03113-04D2-43A7-A45D-A7DAE27E1108}" type="presOf" srcId="{1DD208E2-DCC3-4ED7-8527-F483A195178B}" destId="{C5FF2DA9-245D-4FF9-83C9-3432B5E12A77}" srcOrd="0" destOrd="0" presId="urn:microsoft.com/office/officeart/2018/5/layout/IconCircleLabelList"/>
    <dgm:cxn modelId="{6CC29E14-A262-469A-8B96-244201D66ACC}" type="presOf" srcId="{B398CABB-4E51-4F43-8A7C-566CB02CB6C7}" destId="{3E9CD62D-09BD-4086-8836-7A19062AF15F}" srcOrd="0" destOrd="0" presId="urn:microsoft.com/office/officeart/2018/5/layout/IconCircleLabelList"/>
    <dgm:cxn modelId="{13425521-C03C-4327-986D-48D97A52052B}" srcId="{1DD208E2-DCC3-4ED7-8527-F483A195178B}" destId="{B398CABB-4E51-4F43-8A7C-566CB02CB6C7}" srcOrd="3" destOrd="0" parTransId="{3E1D9153-1A7A-4C3E-9003-F9FAD6483824}" sibTransId="{60119EE1-DF93-41F1-94DF-969FB817619F}"/>
    <dgm:cxn modelId="{5A471435-6290-41B0-B0CC-39B08A410CCB}" type="presOf" srcId="{95D5BFA2-8B1C-4740-B988-CCFCC535DB4A}" destId="{98E70558-762D-497A-BEF1-D06044C35015}" srcOrd="0" destOrd="0" presId="urn:microsoft.com/office/officeart/2018/5/layout/IconCircleLabelList"/>
    <dgm:cxn modelId="{C641297C-140B-4758-A6CF-1E52A8643458}" srcId="{1DD208E2-DCC3-4ED7-8527-F483A195178B}" destId="{01D70F88-D40E-4D57-B3C0-2795170023F1}" srcOrd="0" destOrd="0" parTransId="{C9C1D00E-A157-4F9A-9428-FD6DC4832209}" sibTransId="{04B5D7A3-896F-48E5-A4BA-D1E51860A18B}"/>
    <dgm:cxn modelId="{0EAC2CB6-D108-40EF-97F4-0DC515053C2B}" srcId="{1DD208E2-DCC3-4ED7-8527-F483A195178B}" destId="{9AB09FE9-8871-4011-8174-A508B470B328}" srcOrd="1" destOrd="0" parTransId="{78447A4B-5C85-4176-9B5C-EA38812A5CF8}" sibTransId="{BE7639BD-E349-489D-94A8-D38CE49BC13C}"/>
    <dgm:cxn modelId="{F6A47CCF-E16B-4B8C-BD97-DD8B66A1E90D}" type="presOf" srcId="{9AB09FE9-8871-4011-8174-A508B470B328}" destId="{6E10BAA4-26A9-49E0-9B39-2B7A942C8822}" srcOrd="0" destOrd="0" presId="urn:microsoft.com/office/officeart/2018/5/layout/IconCircleLabelList"/>
    <dgm:cxn modelId="{32746EDD-2DC5-4DFC-9125-A7B0874D69B8}" type="presOf" srcId="{01D70F88-D40E-4D57-B3C0-2795170023F1}" destId="{85EEAE4F-594D-4B4E-9AE3-3ECBE7F48920}" srcOrd="0" destOrd="0" presId="urn:microsoft.com/office/officeart/2018/5/layout/IconCircleLabelList"/>
    <dgm:cxn modelId="{CCEA9CF5-36A3-4392-8752-2EE5FA2086E2}" srcId="{1DD208E2-DCC3-4ED7-8527-F483A195178B}" destId="{95D5BFA2-8B1C-4740-B988-CCFCC535DB4A}" srcOrd="2" destOrd="0" parTransId="{AFED4426-7987-40F0-86CA-1BC65D42B9C8}" sibTransId="{4A1A68DC-F087-4F19-AA95-E4731CEFE57C}"/>
    <dgm:cxn modelId="{93FF369A-442A-4E6D-B839-2249BB915F09}" type="presParOf" srcId="{C5FF2DA9-245D-4FF9-83C9-3432B5E12A77}" destId="{05E169FC-DB2B-4E3E-AAEA-CFDB769E4172}" srcOrd="0" destOrd="0" presId="urn:microsoft.com/office/officeart/2018/5/layout/IconCircleLabelList"/>
    <dgm:cxn modelId="{F28A0890-AD15-441A-87C5-1D713DDD8601}" type="presParOf" srcId="{05E169FC-DB2B-4E3E-AAEA-CFDB769E4172}" destId="{807657F2-EFC1-44D8-AC88-347A498A1CF0}" srcOrd="0" destOrd="0" presId="urn:microsoft.com/office/officeart/2018/5/layout/IconCircleLabelList"/>
    <dgm:cxn modelId="{AD949037-9DD0-4416-A789-9CE10A3B0EFF}" type="presParOf" srcId="{05E169FC-DB2B-4E3E-AAEA-CFDB769E4172}" destId="{CF63D2A0-1A61-4EBE-A81E-50F7D98E9DC7}" srcOrd="1" destOrd="0" presId="urn:microsoft.com/office/officeart/2018/5/layout/IconCircleLabelList"/>
    <dgm:cxn modelId="{387682B3-9AFA-484F-BEE9-F6DDDF92C44A}" type="presParOf" srcId="{05E169FC-DB2B-4E3E-AAEA-CFDB769E4172}" destId="{DD540AF4-F5D4-40D6-A58E-30315794F96C}" srcOrd="2" destOrd="0" presId="urn:microsoft.com/office/officeart/2018/5/layout/IconCircleLabelList"/>
    <dgm:cxn modelId="{A4CBEFF5-91E8-4CA5-9D92-A273D620021D}" type="presParOf" srcId="{05E169FC-DB2B-4E3E-AAEA-CFDB769E4172}" destId="{85EEAE4F-594D-4B4E-9AE3-3ECBE7F48920}" srcOrd="3" destOrd="0" presId="urn:microsoft.com/office/officeart/2018/5/layout/IconCircleLabelList"/>
    <dgm:cxn modelId="{5446205B-BA94-465F-B389-37745EA232D9}" type="presParOf" srcId="{C5FF2DA9-245D-4FF9-83C9-3432B5E12A77}" destId="{8C38E5CA-C2A4-4E6C-B5A2-930A149B1B7E}" srcOrd="1" destOrd="0" presId="urn:microsoft.com/office/officeart/2018/5/layout/IconCircleLabelList"/>
    <dgm:cxn modelId="{F717AD20-0F11-488C-A244-220E1C8799FA}" type="presParOf" srcId="{C5FF2DA9-245D-4FF9-83C9-3432B5E12A77}" destId="{0D2F3A1F-F96F-41CA-9C74-2941FDF6043A}" srcOrd="2" destOrd="0" presId="urn:microsoft.com/office/officeart/2018/5/layout/IconCircleLabelList"/>
    <dgm:cxn modelId="{FDD2E6EF-DD4B-4A34-AE4E-287E50DCD0AE}" type="presParOf" srcId="{0D2F3A1F-F96F-41CA-9C74-2941FDF6043A}" destId="{9B29574F-9211-4BED-A964-B80F08388039}" srcOrd="0" destOrd="0" presId="urn:microsoft.com/office/officeart/2018/5/layout/IconCircleLabelList"/>
    <dgm:cxn modelId="{A103CAEA-09CF-4532-B3C4-7565D51DC2BD}" type="presParOf" srcId="{0D2F3A1F-F96F-41CA-9C74-2941FDF6043A}" destId="{B70AE346-B74C-464A-8CB3-B31E6C5741C0}" srcOrd="1" destOrd="0" presId="urn:microsoft.com/office/officeart/2018/5/layout/IconCircleLabelList"/>
    <dgm:cxn modelId="{F511835F-FB3E-4ED2-A3C3-1E0F7B755047}" type="presParOf" srcId="{0D2F3A1F-F96F-41CA-9C74-2941FDF6043A}" destId="{7979EE5A-CB29-4764-9A12-C8EDBB652A9E}" srcOrd="2" destOrd="0" presId="urn:microsoft.com/office/officeart/2018/5/layout/IconCircleLabelList"/>
    <dgm:cxn modelId="{9B275A3B-244D-47D0-B4CE-12E015927C9A}" type="presParOf" srcId="{0D2F3A1F-F96F-41CA-9C74-2941FDF6043A}" destId="{6E10BAA4-26A9-49E0-9B39-2B7A942C8822}" srcOrd="3" destOrd="0" presId="urn:microsoft.com/office/officeart/2018/5/layout/IconCircleLabelList"/>
    <dgm:cxn modelId="{87B0B414-DA4C-42B2-9071-F979DFE2E060}" type="presParOf" srcId="{C5FF2DA9-245D-4FF9-83C9-3432B5E12A77}" destId="{43CC8A3A-3F44-48FF-8E41-A42A23FC971B}" srcOrd="3" destOrd="0" presId="urn:microsoft.com/office/officeart/2018/5/layout/IconCircleLabelList"/>
    <dgm:cxn modelId="{7472BB85-EB32-4282-94F6-BBB9D85415AE}" type="presParOf" srcId="{C5FF2DA9-245D-4FF9-83C9-3432B5E12A77}" destId="{A1EDF185-BC28-4EA4-8721-6B2CAD73744F}" srcOrd="4" destOrd="0" presId="urn:microsoft.com/office/officeart/2018/5/layout/IconCircleLabelList"/>
    <dgm:cxn modelId="{C3ACFF47-75BF-460F-B48C-BD3143AA57F1}" type="presParOf" srcId="{A1EDF185-BC28-4EA4-8721-6B2CAD73744F}" destId="{6760779C-0DB8-4CEA-9F9B-BF5BB7B59C3A}" srcOrd="0" destOrd="0" presId="urn:microsoft.com/office/officeart/2018/5/layout/IconCircleLabelList"/>
    <dgm:cxn modelId="{E9FCC950-F95C-4975-B963-8F9FD3E12913}" type="presParOf" srcId="{A1EDF185-BC28-4EA4-8721-6B2CAD73744F}" destId="{BB418DE4-4713-4D24-AFDB-A09EE43467EA}" srcOrd="1" destOrd="0" presId="urn:microsoft.com/office/officeart/2018/5/layout/IconCircleLabelList"/>
    <dgm:cxn modelId="{EEB2B531-173F-419A-A411-4955DC2C50EA}" type="presParOf" srcId="{A1EDF185-BC28-4EA4-8721-6B2CAD73744F}" destId="{F91CE880-FA3F-423A-802C-1C4F42928FB6}" srcOrd="2" destOrd="0" presId="urn:microsoft.com/office/officeart/2018/5/layout/IconCircleLabelList"/>
    <dgm:cxn modelId="{B7033D0D-B5C7-4F18-9535-D87A7773578E}" type="presParOf" srcId="{A1EDF185-BC28-4EA4-8721-6B2CAD73744F}" destId="{98E70558-762D-497A-BEF1-D06044C35015}" srcOrd="3" destOrd="0" presId="urn:microsoft.com/office/officeart/2018/5/layout/IconCircleLabelList"/>
    <dgm:cxn modelId="{1F75699E-5148-4A1C-91AB-9EE4C9B41A7F}" type="presParOf" srcId="{C5FF2DA9-245D-4FF9-83C9-3432B5E12A77}" destId="{68A63AE9-290B-44C3-8DA5-AB992D660AD0}" srcOrd="5" destOrd="0" presId="urn:microsoft.com/office/officeart/2018/5/layout/IconCircleLabelList"/>
    <dgm:cxn modelId="{B32958F4-FB81-4501-9E9C-FDB16B60DAA7}" type="presParOf" srcId="{C5FF2DA9-245D-4FF9-83C9-3432B5E12A77}" destId="{F0FDAF41-1188-4DDF-90D1-0BF35E053A8B}" srcOrd="6" destOrd="0" presId="urn:microsoft.com/office/officeart/2018/5/layout/IconCircleLabelList"/>
    <dgm:cxn modelId="{89B2D459-6CC2-417A-AFE3-16E6A85EF483}" type="presParOf" srcId="{F0FDAF41-1188-4DDF-90D1-0BF35E053A8B}" destId="{AB847F8A-1A48-4763-94D7-5FAA1DD30120}" srcOrd="0" destOrd="0" presId="urn:microsoft.com/office/officeart/2018/5/layout/IconCircleLabelList"/>
    <dgm:cxn modelId="{37FDEE1E-3499-4F3C-A553-4B8670A035D3}" type="presParOf" srcId="{F0FDAF41-1188-4DDF-90D1-0BF35E053A8B}" destId="{788C6DFA-2797-4CB0-BDFD-2FC33E6109F4}" srcOrd="1" destOrd="0" presId="urn:microsoft.com/office/officeart/2018/5/layout/IconCircleLabelList"/>
    <dgm:cxn modelId="{CEA323AD-782F-4AF5-B523-DEA5603F3E09}" type="presParOf" srcId="{F0FDAF41-1188-4DDF-90D1-0BF35E053A8B}" destId="{4995AA87-5AFB-4526-AB0A-B0A63CADCB56}" srcOrd="2" destOrd="0" presId="urn:microsoft.com/office/officeart/2018/5/layout/IconCircleLabelList"/>
    <dgm:cxn modelId="{B2C1C026-8525-40FE-95B4-171BC3F0354A}" type="presParOf" srcId="{F0FDAF41-1188-4DDF-90D1-0BF35E053A8B}" destId="{3E9CD62D-09BD-4086-8836-7A19062AF1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86D0E-E769-4A56-9AFC-E9E518988C5A}">
      <dsp:nvSpPr>
        <dsp:cNvPr id="0" name=""/>
        <dsp:cNvSpPr/>
      </dsp:nvSpPr>
      <dsp:spPr>
        <a:xfrm>
          <a:off x="0" y="407010"/>
          <a:ext cx="4971603" cy="10003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Para mostrar cómo se distribuyen los elementos entre categorías a lo largo de diferentes etapas.</a:t>
          </a:r>
          <a:endParaRPr lang="en-US" sz="1900" kern="1200" dirty="0"/>
        </a:p>
      </dsp:txBody>
      <dsp:txXfrm>
        <a:off x="48833" y="455843"/>
        <a:ext cx="4873937" cy="902684"/>
      </dsp:txXfrm>
    </dsp:sp>
    <dsp:sp modelId="{1929D940-5B9A-493A-BBD8-93A4658F1752}">
      <dsp:nvSpPr>
        <dsp:cNvPr id="0" name=""/>
        <dsp:cNvSpPr/>
      </dsp:nvSpPr>
      <dsp:spPr>
        <a:xfrm>
          <a:off x="0" y="1462080"/>
          <a:ext cx="4971603" cy="100035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Para visualizar cambios, transiciones o movimientos entre grupos de forma clara.</a:t>
          </a:r>
          <a:endParaRPr lang="en-US" sz="1900" kern="1200" dirty="0"/>
        </a:p>
      </dsp:txBody>
      <dsp:txXfrm>
        <a:off x="48833" y="1510913"/>
        <a:ext cx="4873937" cy="902684"/>
      </dsp:txXfrm>
    </dsp:sp>
    <dsp:sp modelId="{54267B87-44FC-4B3E-87F6-E810B60A243E}">
      <dsp:nvSpPr>
        <dsp:cNvPr id="0" name=""/>
        <dsp:cNvSpPr/>
      </dsp:nvSpPr>
      <dsp:spPr>
        <a:xfrm>
          <a:off x="0" y="2517150"/>
          <a:ext cx="4971603" cy="100035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Para comparar cómo varía la composición de una población o conjunto en distintos momentos.</a:t>
          </a:r>
          <a:endParaRPr lang="en-US" sz="1900" kern="1200" dirty="0"/>
        </a:p>
      </dsp:txBody>
      <dsp:txXfrm>
        <a:off x="48833" y="2565983"/>
        <a:ext cx="4873937" cy="902684"/>
      </dsp:txXfrm>
    </dsp:sp>
    <dsp:sp modelId="{60F19A2D-5554-4D0C-8176-A375E036D979}">
      <dsp:nvSpPr>
        <dsp:cNvPr id="0" name=""/>
        <dsp:cNvSpPr/>
      </dsp:nvSpPr>
      <dsp:spPr>
        <a:xfrm>
          <a:off x="0" y="3572220"/>
          <a:ext cx="4971603" cy="100035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Muy útil en informes, </a:t>
          </a:r>
          <a:r>
            <a:rPr lang="es-ES" sz="1900" kern="1200" dirty="0" err="1"/>
            <a:t>dashboards</a:t>
          </a:r>
          <a:r>
            <a:rPr lang="es-ES" sz="1900" kern="1200" dirty="0"/>
            <a:t> y presentaciones donde se necesita explicar procesos, evolución o flujos de datos.</a:t>
          </a:r>
          <a:endParaRPr lang="en-US" sz="1900" kern="1200" dirty="0"/>
        </a:p>
      </dsp:txBody>
      <dsp:txXfrm>
        <a:off x="48833" y="3621053"/>
        <a:ext cx="4873937" cy="902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657F2-EFC1-44D8-AC88-347A498A1CF0}">
      <dsp:nvSpPr>
        <dsp:cNvPr id="0" name=""/>
        <dsp:cNvSpPr/>
      </dsp:nvSpPr>
      <dsp:spPr>
        <a:xfrm>
          <a:off x="1056515" y="576"/>
          <a:ext cx="893197" cy="893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3D2A0-1A61-4EBE-A81E-50F7D98E9DC7}">
      <dsp:nvSpPr>
        <dsp:cNvPr id="0" name=""/>
        <dsp:cNvSpPr/>
      </dsp:nvSpPr>
      <dsp:spPr>
        <a:xfrm>
          <a:off x="1246868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EAE4F-594D-4B4E-9AE3-3ECBE7F48920}">
      <dsp:nvSpPr>
        <dsp:cNvPr id="0" name=""/>
        <dsp:cNvSpPr/>
      </dsp:nvSpPr>
      <dsp:spPr>
        <a:xfrm>
          <a:off x="770985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Usa </a:t>
          </a:r>
          <a:r>
            <a:rPr lang="en-US" sz="1100" kern="1200" dirty="0" err="1"/>
            <a:t>pocos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y bien </a:t>
          </a:r>
          <a:r>
            <a:rPr lang="en-US" sz="1100" kern="1200" dirty="0" err="1"/>
            <a:t>contrastados</a:t>
          </a:r>
          <a:r>
            <a:rPr lang="en-US" sz="1100" kern="1200" dirty="0"/>
            <a:t>.</a:t>
          </a:r>
        </a:p>
      </dsp:txBody>
      <dsp:txXfrm>
        <a:off x="770985" y="1171983"/>
        <a:ext cx="1464257" cy="585703"/>
      </dsp:txXfrm>
    </dsp:sp>
    <dsp:sp modelId="{9B29574F-9211-4BED-A964-B80F08388039}">
      <dsp:nvSpPr>
        <dsp:cNvPr id="0" name=""/>
        <dsp:cNvSpPr/>
      </dsp:nvSpPr>
      <dsp:spPr>
        <a:xfrm>
          <a:off x="2777018" y="576"/>
          <a:ext cx="893197" cy="893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AE346-B74C-464A-8CB3-B31E6C5741C0}">
      <dsp:nvSpPr>
        <dsp:cNvPr id="0" name=""/>
        <dsp:cNvSpPr/>
      </dsp:nvSpPr>
      <dsp:spPr>
        <a:xfrm>
          <a:off x="2967371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AA4-26A9-49E0-9B39-2B7A942C8822}">
      <dsp:nvSpPr>
        <dsp:cNvPr id="0" name=""/>
        <dsp:cNvSpPr/>
      </dsp:nvSpPr>
      <dsp:spPr>
        <a:xfrm>
          <a:off x="2491488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Ordena las barras de forma </a:t>
          </a:r>
          <a:r>
            <a:rPr lang="en-US" sz="1100" kern="1200" dirty="0" err="1"/>
            <a:t>lógica</a:t>
          </a:r>
          <a:r>
            <a:rPr lang="en-US" sz="1100" kern="1200" dirty="0"/>
            <a:t> (</a:t>
          </a:r>
          <a:r>
            <a:rPr lang="en-US" sz="1100" kern="1200" dirty="0" err="1"/>
            <a:t>por</a:t>
          </a:r>
          <a:r>
            <a:rPr lang="en-US" sz="1100" kern="1200" dirty="0"/>
            <a:t> total o </a:t>
          </a:r>
          <a:r>
            <a:rPr lang="en-US" sz="1100" kern="1200" dirty="0" err="1"/>
            <a:t>alfabéticamente</a:t>
          </a:r>
          <a:r>
            <a:rPr lang="en-US" sz="1100" kern="1200" dirty="0"/>
            <a:t>).</a:t>
          </a:r>
        </a:p>
      </dsp:txBody>
      <dsp:txXfrm>
        <a:off x="2491488" y="1171983"/>
        <a:ext cx="1464257" cy="585703"/>
      </dsp:txXfrm>
    </dsp:sp>
    <dsp:sp modelId="{6760779C-0DB8-4CEA-9F9B-BF5BB7B59C3A}">
      <dsp:nvSpPr>
        <dsp:cNvPr id="0" name=""/>
        <dsp:cNvSpPr/>
      </dsp:nvSpPr>
      <dsp:spPr>
        <a:xfrm>
          <a:off x="4497521" y="576"/>
          <a:ext cx="893197" cy="893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18DE4-4713-4D24-AFDB-A09EE43467EA}">
      <dsp:nvSpPr>
        <dsp:cNvPr id="0" name=""/>
        <dsp:cNvSpPr/>
      </dsp:nvSpPr>
      <dsp:spPr>
        <a:xfrm>
          <a:off x="4687874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70558-762D-497A-BEF1-D06044C35015}">
      <dsp:nvSpPr>
        <dsp:cNvPr id="0" name=""/>
        <dsp:cNvSpPr/>
      </dsp:nvSpPr>
      <dsp:spPr>
        <a:xfrm>
          <a:off x="4211991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Mantén</a:t>
          </a:r>
          <a:r>
            <a:rPr lang="en-US" sz="1100" kern="1200" dirty="0"/>
            <a:t> </a:t>
          </a:r>
          <a:r>
            <a:rPr lang="en-US" sz="1100" kern="1200" dirty="0" err="1"/>
            <a:t>consistencia</a:t>
          </a:r>
          <a:r>
            <a:rPr lang="en-US" sz="1100" kern="1200" dirty="0"/>
            <a:t> </a:t>
          </a:r>
          <a:r>
            <a:rPr lang="en-US" sz="1100" kern="1200" dirty="0" err="1"/>
            <a:t>en</a:t>
          </a:r>
          <a:r>
            <a:rPr lang="en-US" sz="1100" kern="1200" dirty="0"/>
            <a:t> </a:t>
          </a:r>
          <a:r>
            <a:rPr lang="en-US" sz="1100" kern="1200" dirty="0" err="1"/>
            <a:t>los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de </a:t>
          </a:r>
          <a:r>
            <a:rPr lang="en-US" sz="1100" kern="1200" dirty="0" err="1"/>
            <a:t>cada</a:t>
          </a:r>
          <a:r>
            <a:rPr lang="en-US" sz="1100" kern="1200" dirty="0"/>
            <a:t> </a:t>
          </a:r>
          <a:r>
            <a:rPr lang="en-US" sz="1100" kern="1200" dirty="0" err="1"/>
            <a:t>subcategoría</a:t>
          </a:r>
          <a:r>
            <a:rPr lang="en-US" sz="1100" kern="1200" dirty="0"/>
            <a:t>.</a:t>
          </a:r>
        </a:p>
      </dsp:txBody>
      <dsp:txXfrm>
        <a:off x="4211991" y="1171983"/>
        <a:ext cx="1464257" cy="585703"/>
      </dsp:txXfrm>
    </dsp:sp>
    <dsp:sp modelId="{AB847F8A-1A48-4763-94D7-5FAA1DD30120}">
      <dsp:nvSpPr>
        <dsp:cNvPr id="0" name=""/>
        <dsp:cNvSpPr/>
      </dsp:nvSpPr>
      <dsp:spPr>
        <a:xfrm>
          <a:off x="2777018" y="2123750"/>
          <a:ext cx="893197" cy="893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C6DFA-2797-4CB0-BDFD-2FC33E6109F4}">
      <dsp:nvSpPr>
        <dsp:cNvPr id="0" name=""/>
        <dsp:cNvSpPr/>
      </dsp:nvSpPr>
      <dsp:spPr>
        <a:xfrm>
          <a:off x="2967371" y="2314104"/>
          <a:ext cx="512490" cy="512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CD62D-09BD-4086-8836-7A19062AF15F}">
      <dsp:nvSpPr>
        <dsp:cNvPr id="0" name=""/>
        <dsp:cNvSpPr/>
      </dsp:nvSpPr>
      <dsp:spPr>
        <a:xfrm>
          <a:off x="2491488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Añade</a:t>
          </a:r>
          <a:r>
            <a:rPr lang="en-US" sz="1100" kern="1200" dirty="0"/>
            <a:t> </a:t>
          </a:r>
          <a:r>
            <a:rPr lang="en-US" sz="1100" kern="1200" dirty="0" err="1"/>
            <a:t>etiquetas</a:t>
          </a:r>
          <a:r>
            <a:rPr lang="en-US" sz="1100" kern="1200" dirty="0"/>
            <a:t> o </a:t>
          </a:r>
          <a:r>
            <a:rPr lang="en-US" sz="1100" kern="1200" dirty="0" err="1"/>
            <a:t>totales</a:t>
          </a:r>
          <a:r>
            <a:rPr lang="en-US" sz="1100" kern="1200" dirty="0"/>
            <a:t> </a:t>
          </a:r>
          <a:r>
            <a:rPr lang="en-US" sz="1100" kern="1200" dirty="0" err="1"/>
            <a:t>cuando</a:t>
          </a:r>
          <a:r>
            <a:rPr lang="en-US" sz="1100" kern="1200" dirty="0"/>
            <a:t> sea </a:t>
          </a:r>
          <a:r>
            <a:rPr lang="en-US" sz="1100" kern="1200" dirty="0" err="1"/>
            <a:t>relevante</a:t>
          </a:r>
          <a:r>
            <a:rPr lang="en-US" sz="1100" kern="1200" dirty="0"/>
            <a:t>.</a:t>
          </a:r>
        </a:p>
      </dsp:txBody>
      <dsp:txXfrm>
        <a:off x="2491488" y="3295156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6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8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6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5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30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9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22C15FA6-C6B6-1FC6-EE8A-AF9907D6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0350" y="0"/>
            <a:ext cx="54864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3587" y="1678665"/>
            <a:ext cx="3361915" cy="236913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400" b="1" dirty="0"/>
              <a:t>DIAGRAMA ALUVIAL </a:t>
            </a:r>
            <a:br>
              <a:rPr lang="pt-BR" sz="3400" b="1" dirty="0"/>
            </a:br>
            <a:r>
              <a:rPr lang="pt-BR" sz="3400" b="1" dirty="0"/>
              <a:t>(ALLUVIAL PLOT)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354D7D3-CE32-EA4F-FC8A-0EBCE51F9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203851" cy="5431762"/>
          </a:xfrm>
        </p:spPr>
        <p:txBody>
          <a:bodyPr anchor="ctr">
            <a:normAutofit/>
          </a:bodyPr>
          <a:lstStyle/>
          <a:p>
            <a:r>
              <a:rPr lang="es-ES"/>
              <a:t>¿Qué es un diagrama aluvial?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5166" y="609602"/>
            <a:ext cx="4068084" cy="32083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Es una visualización que muestra cómo cambian o se distribuyen los datos entre distintas categorías a lo largo del tiempo. Cada barra representa una categoría principal.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Cada etapa contiene un conjunto de categorías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Las bandas que conectan estas categorías muestran el flujo de elementos de una etapa a la siguiente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El grosor de cada banda indica la cantidad de elementos que pasan de una categoría a otra.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300" dirty="0"/>
              <a:t>Permite observar de manera clara transiciones o cambios entre grupos en diferentes momentos o fases.</a:t>
            </a:r>
          </a:p>
        </p:txBody>
      </p:sp>
      <p:pic>
        <p:nvPicPr>
          <p:cNvPr id="4" name="Picture 2" descr="indefinido">
            <a:extLst>
              <a:ext uri="{FF2B5EF4-FFF2-40B4-BE49-F238E27FC236}">
                <a16:creationId xmlns:a16="http://schemas.microsoft.com/office/drawing/2014/main" id="{6BF923C3-60A6-E467-CAE8-2D4BD9F09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5165" y="4048918"/>
            <a:ext cx="5533281" cy="21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 dirty="0"/>
              <a:t>¿Para qué se utiliza?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11A69B-173F-50FF-436D-7C6C099AA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35259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B0434CF1-C79A-D4B6-EBCE-9EB71B6A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4" name="Isosceles Triangle 14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6" name="Parallelogram 16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18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20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514" y="521494"/>
            <a:ext cx="4865966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Tipos de diagramas aluviales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1" name="Isosceles Triangle 26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400" b="1" dirty="0"/>
              <a:t>Gráfico aluvial estándar (temporal):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Se utiliza para mostrar cómo cambian los grupos entre diferentes fases o momentos en el tiempo.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Las categorías se organizan en columnas (etapas) y las bandas muestran el flujo de una categoría a otra.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Permite analizar transiciones, evolución y cambios en la composición de un conjunto.</a:t>
            </a:r>
          </a:p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400" b="1" dirty="0"/>
              <a:t>Gráfico tipo </a:t>
            </a:r>
            <a:r>
              <a:rPr lang="es-ES" sz="1400" b="1" dirty="0" err="1"/>
              <a:t>Sankey</a:t>
            </a:r>
            <a:r>
              <a:rPr lang="es-ES" sz="1400" b="1" dirty="0"/>
              <a:t>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Se centra en representar flujos entre categorías sin necesidad de que haya una secuencia temporal.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El foco está en el volumen de los flujos: el grosor de cada banda indica su magnitud.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Muy útil para visualizar cómo se distribuye un total entre diferentes destinos o procesos.</a:t>
            </a:r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415D503-D825-6F97-A3C7-39038A43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0" b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t>Ventajas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Permite visualizar cambios y transiciones entre categorías de forma clara.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Ayuda a entender cómo se distribuyen los datos a lo largo de varias etapas.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El grosor de las bandas facilita identificar cuáles flujos son más importantes.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Útil para explicar procesos, evoluciones y relaciones dentro de los datos.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Es visual y atractivo, ideal para presentaciones e informes.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8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309F45B7-A440-F6D2-5B57-1B10144D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DESVENTAJAS</a:t>
            </a:r>
            <a:endParaRPr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Puede volverse difícil de leer cuando hay demasiadas categorías o flujos.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Las bandas pueden cruzarse, lo que complica la interpretación visual.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Solo compara magnitudes generales.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Requiere limpieza y buena organización.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Hay que elegir bien los colores.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5D984-0F53-C63B-57F8-11591CF0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B913E5C0-7A58-46E8-2479-841C80A8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D6B6433-CCD9-42F6-83C5-76BCAA8F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42B55CB-F27D-4C06-89E5-4EC99A519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8141" y="0"/>
            <a:ext cx="702945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527540-7F01-4C2E-9641-738882048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F60FB6-F855-43F0-A752-3719156C1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3">
            <a:extLst>
              <a:ext uri="{FF2B5EF4-FFF2-40B4-BE49-F238E27FC236}">
                <a16:creationId xmlns:a16="http://schemas.microsoft.com/office/drawing/2014/main" id="{70669A81-0E9B-4B42-AFEA-8F672C6C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AE892-F56C-88D0-A756-E56B48D6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ESTRUCTURA</a:t>
            </a:r>
            <a:endParaRPr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C93E0C6-CF08-4771-B5A9-6018CB3A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011F1B8-62C5-4D08-A621-EAD05C7D6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4A5-5EFD-B9D6-CEA7-9FC7D7C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59000"/>
            <a:ext cx="4865966" cy="3882362"/>
          </a:xfrm>
        </p:spPr>
        <p:txBody>
          <a:bodyPr>
            <a:normAutofit fontScale="925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Variable 1 (categórica – etapas):Define los diferentes momentos o fases que se comparan en el gráfico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Variable 2 (categórica – categorías dentro de cada etapa):Representa los grupos o clasificaciones presentes en cada fase.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Variable 3 (numérica – magnitud del flujo):Determina el grosor de las bandas y representa la cantidad de elementos que pasan de una categoría a otra.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A6AECB-428C-4CB4-B65A-359F08B6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8D1A6ED-2AB6-46A3-A315-485B8BF93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61CE46B-8525-46A8-AB7B-DCBCC1B65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412B991-9935-45FB-A17E-8F30DD832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15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de </a:t>
            </a:r>
            <a:r>
              <a:rPr dirty="0" err="1"/>
              <a:t>diseño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0A2F19-CA25-7276-5065-8B402660D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902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Los </a:t>
            </a:r>
            <a:r>
              <a:rPr dirty="0" err="1"/>
              <a:t>gráficos</a:t>
            </a:r>
            <a:r>
              <a:rPr dirty="0"/>
              <a:t> de barras </a:t>
            </a:r>
            <a:r>
              <a:rPr dirty="0" err="1"/>
              <a:t>apiladas</a:t>
            </a:r>
            <a:r>
              <a:rPr dirty="0"/>
              <a:t> son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poderosa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composición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 y un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adecuado</a:t>
            </a:r>
            <a:r>
              <a:rPr dirty="0"/>
              <a:t>,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 y partes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efectiva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/>
              <a:t>I</a:t>
            </a:r>
            <a:r>
              <a:t>deales</a:t>
            </a:r>
            <a:r>
              <a:rPr dirty="0"/>
              <a:t> para </a:t>
            </a:r>
            <a:r>
              <a:rPr dirty="0" err="1"/>
              <a:t>presentaciones</a:t>
            </a:r>
            <a:r>
              <a:rPr dirty="0"/>
              <a:t>, </a:t>
            </a:r>
            <a:r>
              <a:rPr dirty="0" err="1"/>
              <a:t>informes</a:t>
            </a:r>
            <a:r>
              <a:rPr dirty="0"/>
              <a:t> o dashboards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228</TotalTime>
  <Words>550</Words>
  <Application>Microsoft Office PowerPoint</Application>
  <PresentationFormat>Presentación en pantalla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DIAGRAMA ALUVIAL  (ALLUVIAL PLOT)</vt:lpstr>
      <vt:lpstr>¿Qué es un diagrama aluvial?</vt:lpstr>
      <vt:lpstr>¿Para qué se utiliza?</vt:lpstr>
      <vt:lpstr>Tipos de diagramas aluviales</vt:lpstr>
      <vt:lpstr>Ventajas</vt:lpstr>
      <vt:lpstr>DESVENTAJAS</vt:lpstr>
      <vt:lpstr>ESTRUCTURA</vt:lpstr>
      <vt:lpstr>Buenas prácticas de diseño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Alberto Cacho Picón</dc:creator>
  <cp:keywords/>
  <dc:description>generated using python-pptx</dc:description>
  <cp:lastModifiedBy>Alberto Cacho Picón</cp:lastModifiedBy>
  <cp:revision>5</cp:revision>
  <dcterms:created xsi:type="dcterms:W3CDTF">2013-01-27T09:14:16Z</dcterms:created>
  <dcterms:modified xsi:type="dcterms:W3CDTF">2025-11-05T18:34:06Z</dcterms:modified>
  <cp:category/>
</cp:coreProperties>
</file>